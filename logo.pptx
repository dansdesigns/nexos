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904A"/>
    <a:srgbClr val="2EC4A8"/>
    <a:srgbClr val="1A9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2" autoAdjust="0"/>
    <p:restoredTop sz="94660"/>
  </p:normalViewPr>
  <p:slideViewPr>
    <p:cSldViewPr snapToGrid="0">
      <p:cViewPr>
        <p:scale>
          <a:sx n="66" d="100"/>
          <a:sy n="66" d="100"/>
        </p:scale>
        <p:origin x="106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5A5D-1DBD-249D-4F49-B861D1299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90F58-4083-7453-7490-82EC9EF91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424D6-412C-9FFD-1973-750574A4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43205-A7B0-E9AF-A59A-F2EC54E9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3FB0A-AC71-8450-D47F-CBA16C02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772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B5B9-BAC7-09B5-F4E2-C3991E9D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E1962-F15E-0725-36D6-009E7FA84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A70C9-C52B-6279-9D03-72A354FD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DC34B-8C01-DE62-E7FA-E8F3F2EF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F1CD2-7E7E-3E24-3ECD-7866DC98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924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F3BEB-F902-FC71-1550-E1B486B5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F33D8-52EC-32C6-0F3B-08EDBF9F8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BB2DB-0817-11DE-D0B8-373FB366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B9EC3-C6A6-F769-161B-7478D6EA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CE239-40E1-A5C8-72C4-F8CD827C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51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FC82-1B6F-EC7B-8AFA-4A30AA63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8AD2D-81DE-53F1-57CB-204D4AAEA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2E318-5F91-B034-CA9E-5A961ABDE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955FA-90D2-7BC8-BBDD-A8A80373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CFD51-3445-7D4E-DE2E-22F9D628B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9A66A-8AC8-CF68-17C9-D9D929BC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521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945C-7803-ED9B-CCD4-E3AA40F8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1CD2B-EC7A-867E-E4DB-C6220FE50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2C066-6007-F0A4-F873-27562069D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8438C-74E4-5795-8639-51F9FCEC0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A3353-07E5-E075-0D22-498958B9A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EE812E-98EE-4B3A-F94C-25FC062D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AB727E-E48A-6E7E-307B-85AA08B28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A7937-4F12-53D3-0501-4D35B5DE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927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2F71-CD4D-6D2A-FF7B-A04B4C56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2D97F-51B3-4B34-9281-55A7894A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B4E9C-8E89-D78A-AD83-6AAEC7C5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B8395-23BF-BCED-6881-6CCB6F1E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46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59967-153D-EF9F-55FA-B1D6352A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FB15E6-C011-5465-B64E-B51A89DE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E7DD8-DA38-9FA6-45D3-B4DB8312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13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B538-29CC-F601-9C9F-F4FD2AC54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D07BF-B9F3-F224-EBEF-6D1B9F6F6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9B8E2-E84C-6AF9-D901-DC561930F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E1243-A373-D68E-3CF8-08DAB68A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33D65-2D18-0164-7E5D-FE4B540F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1F96B-7553-5692-838F-53FA19CE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26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AA32-2B22-8BAB-B7A0-E5FC2395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F6305-0B8D-62A3-84AB-129984D80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E0CE0-B9BF-2884-8BCE-6C86DADAA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847F9-316B-2505-E453-A8D841C0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5FB77-EC89-78E8-03F2-CB9CCBB3C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BEDBF-5B42-C922-7B60-411CDCFC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20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D43D-8FBE-58BD-C435-FC6C84333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76899-485A-9AED-FB12-896AA0F7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CC755-EB5B-293A-7440-726813DD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58E22-B859-C6C8-5FA7-4C4E3E63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96042-43A8-B430-F65C-88571490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93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9F64B-772C-AB8D-F963-BD35DE7E1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2EE90-8023-1092-61D6-F0FCCC989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A9AB9-67EF-FCB5-71F8-392FDFF2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5BB11-8BAC-10F5-4211-C36585BF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3136D-F753-2C41-B89A-D871E850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316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836C7-D32D-5D53-BABF-7394107B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61EE4-32CE-6AC7-A6E2-1697B3972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63F6E-7010-2829-B57D-C4F63D612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177CF-1402-4590-BA27-1B2EE3EC500A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43128-EA55-C838-D657-AD8774CF1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5A637-B8A3-8FC9-8536-2E1EEAA83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0E9B3-D448-49CC-AF10-1CC31F12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2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E3DB7DEA-4807-B25E-1764-D96252C04E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6000"/>
                </a:schemeClr>
              </a:gs>
              <a:gs pos="53000">
                <a:srgbClr val="7030A0">
                  <a:alpha val="33000"/>
                </a:srgbClr>
              </a:gs>
              <a:gs pos="100000">
                <a:srgbClr val="002060">
                  <a:alpha val="68000"/>
                </a:srgb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A9E077-8524-B24F-3970-C68AA1A4C3E8}"/>
              </a:ext>
            </a:extLst>
          </p:cNvPr>
          <p:cNvSpPr txBox="1"/>
          <p:nvPr/>
        </p:nvSpPr>
        <p:spPr>
          <a:xfrm>
            <a:off x="4168378" y="4812997"/>
            <a:ext cx="1193380" cy="306467"/>
          </a:xfrm>
          <a:prstGeom prst="round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D4904A"/>
                </a:solidFill>
                <a:latin typeface="Comfortaa" pitchFamily="2" charset="0"/>
              </a:rPr>
              <a:t>STABILITY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D7A7660-04FB-2854-A2F8-A287168EEAD8}"/>
              </a:ext>
            </a:extLst>
          </p:cNvPr>
          <p:cNvGrpSpPr/>
          <p:nvPr/>
        </p:nvGrpSpPr>
        <p:grpSpPr>
          <a:xfrm>
            <a:off x="5198405" y="2439018"/>
            <a:ext cx="1799303" cy="2015613"/>
            <a:chOff x="5097291" y="2439018"/>
            <a:chExt cx="1799303" cy="201561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B8C8D52-AB8D-A480-697E-102CA452CA6E}"/>
                </a:ext>
              </a:extLst>
            </p:cNvPr>
            <p:cNvCxnSpPr/>
            <p:nvPr/>
          </p:nvCxnSpPr>
          <p:spPr>
            <a:xfrm flipV="1">
              <a:off x="5097291" y="2439018"/>
              <a:ext cx="0" cy="2015613"/>
            </a:xfrm>
            <a:prstGeom prst="line">
              <a:avLst/>
            </a:prstGeom>
            <a:ln w="63500" cap="rnd">
              <a:solidFill>
                <a:srgbClr val="2EC4A8"/>
              </a:solidFill>
            </a:ln>
            <a:effectLst>
              <a:glow rad="355600">
                <a:srgbClr val="2EC4A8">
                  <a:alpha val="40000"/>
                </a:srgb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A846087-DF08-02D6-13CF-75D848D30D66}"/>
                </a:ext>
              </a:extLst>
            </p:cNvPr>
            <p:cNvCxnSpPr/>
            <p:nvPr/>
          </p:nvCxnSpPr>
          <p:spPr>
            <a:xfrm flipV="1">
              <a:off x="6896594" y="2439018"/>
              <a:ext cx="0" cy="2015613"/>
            </a:xfrm>
            <a:prstGeom prst="line">
              <a:avLst/>
            </a:prstGeom>
            <a:ln w="63500" cap="rnd">
              <a:solidFill>
                <a:srgbClr val="2EC4A8"/>
              </a:solidFill>
            </a:ln>
            <a:effectLst>
              <a:glow rad="355600">
                <a:srgbClr val="2EC4A8">
                  <a:alpha val="40000"/>
                </a:srgb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18F347-A78D-F0E7-2B0C-2C37369FE3F3}"/>
                </a:ext>
              </a:extLst>
            </p:cNvPr>
            <p:cNvCxnSpPr/>
            <p:nvPr/>
          </p:nvCxnSpPr>
          <p:spPr>
            <a:xfrm>
              <a:off x="5097291" y="2439018"/>
              <a:ext cx="1799303" cy="2015613"/>
            </a:xfrm>
            <a:prstGeom prst="line">
              <a:avLst/>
            </a:prstGeom>
            <a:ln w="63500" cap="rnd">
              <a:solidFill>
                <a:srgbClr val="2EC4A8"/>
              </a:solidFill>
            </a:ln>
            <a:effectLst>
              <a:glow rad="355600">
                <a:srgbClr val="2EC4A8">
                  <a:alpha val="40000"/>
                </a:srgb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7981B7D3-6DD5-1D4C-B657-AB9C81164DE9}"/>
              </a:ext>
            </a:extLst>
          </p:cNvPr>
          <p:cNvSpPr/>
          <p:nvPr/>
        </p:nvSpPr>
        <p:spPr>
          <a:xfrm>
            <a:off x="6815934" y="4272857"/>
            <a:ext cx="363548" cy="363548"/>
          </a:xfrm>
          <a:prstGeom prst="ellipse">
            <a:avLst/>
          </a:prstGeom>
          <a:solidFill>
            <a:schemeClr val="tx1"/>
          </a:solidFill>
          <a:ln>
            <a:solidFill>
              <a:srgbClr val="D490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897268-8F18-5244-372F-F795BCECDCA3}"/>
              </a:ext>
            </a:extLst>
          </p:cNvPr>
          <p:cNvSpPr/>
          <p:nvPr/>
        </p:nvSpPr>
        <p:spPr>
          <a:xfrm>
            <a:off x="6909340" y="4366263"/>
            <a:ext cx="176736" cy="176736"/>
          </a:xfrm>
          <a:prstGeom prst="ellipse">
            <a:avLst/>
          </a:prstGeom>
          <a:solidFill>
            <a:srgbClr val="D4904A"/>
          </a:solidFill>
          <a:ln>
            <a:solidFill>
              <a:srgbClr val="D490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62F080-B173-CE35-B9A7-FAF9BB07B4AA}"/>
              </a:ext>
            </a:extLst>
          </p:cNvPr>
          <p:cNvSpPr/>
          <p:nvPr/>
        </p:nvSpPr>
        <p:spPr>
          <a:xfrm>
            <a:off x="5016630" y="2257244"/>
            <a:ext cx="363548" cy="363548"/>
          </a:xfrm>
          <a:prstGeom prst="ellipse">
            <a:avLst/>
          </a:prstGeom>
          <a:solidFill>
            <a:schemeClr val="tx1"/>
          </a:solidFill>
          <a:ln>
            <a:solidFill>
              <a:srgbClr val="D490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872FF2-1D49-8A1E-7ECC-83D0AF901CDC}"/>
              </a:ext>
            </a:extLst>
          </p:cNvPr>
          <p:cNvSpPr/>
          <p:nvPr/>
        </p:nvSpPr>
        <p:spPr>
          <a:xfrm>
            <a:off x="5110036" y="2350650"/>
            <a:ext cx="176736" cy="176736"/>
          </a:xfrm>
          <a:prstGeom prst="ellipse">
            <a:avLst/>
          </a:prstGeom>
          <a:solidFill>
            <a:srgbClr val="D4904A"/>
          </a:solidFill>
          <a:ln>
            <a:solidFill>
              <a:srgbClr val="D490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811BA0-3D7C-96DF-DAA7-788B71AAECE6}"/>
              </a:ext>
            </a:extLst>
          </p:cNvPr>
          <p:cNvSpPr/>
          <p:nvPr/>
        </p:nvSpPr>
        <p:spPr>
          <a:xfrm>
            <a:off x="6815934" y="2257244"/>
            <a:ext cx="363548" cy="363548"/>
          </a:xfrm>
          <a:prstGeom prst="ellipse">
            <a:avLst/>
          </a:prstGeom>
          <a:solidFill>
            <a:schemeClr val="tx1"/>
          </a:solidFill>
          <a:ln>
            <a:solidFill>
              <a:srgbClr val="D490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26FA796-92E2-3660-3F52-36386EE6C356}"/>
              </a:ext>
            </a:extLst>
          </p:cNvPr>
          <p:cNvSpPr/>
          <p:nvPr/>
        </p:nvSpPr>
        <p:spPr>
          <a:xfrm>
            <a:off x="6909340" y="2350650"/>
            <a:ext cx="176736" cy="176736"/>
          </a:xfrm>
          <a:prstGeom prst="ellipse">
            <a:avLst/>
          </a:prstGeom>
          <a:solidFill>
            <a:srgbClr val="D4904A"/>
          </a:solidFill>
          <a:ln>
            <a:solidFill>
              <a:srgbClr val="D490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071A0A-1E19-E4E3-1D5F-0C1070FD16D5}"/>
              </a:ext>
            </a:extLst>
          </p:cNvPr>
          <p:cNvCxnSpPr/>
          <p:nvPr/>
        </p:nvCxnSpPr>
        <p:spPr>
          <a:xfrm>
            <a:off x="4432472" y="4774671"/>
            <a:ext cx="675352" cy="0"/>
          </a:xfrm>
          <a:prstGeom prst="line">
            <a:avLst/>
          </a:prstGeom>
          <a:ln>
            <a:solidFill>
              <a:srgbClr val="1A9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E4220D4-86C8-A2C8-BAF2-6091CB6A464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23424" y="4496275"/>
            <a:ext cx="320040" cy="236752"/>
          </a:xfrm>
          <a:prstGeom prst="bentConnector2">
            <a:avLst/>
          </a:prstGeom>
          <a:ln>
            <a:solidFill>
              <a:srgbClr val="1A9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D16E9B6-C28F-A7B8-CA84-3B3FFB8C800F}"/>
              </a:ext>
            </a:extLst>
          </p:cNvPr>
          <p:cNvSpPr/>
          <p:nvPr/>
        </p:nvSpPr>
        <p:spPr>
          <a:xfrm>
            <a:off x="5016630" y="4272857"/>
            <a:ext cx="363548" cy="363548"/>
          </a:xfrm>
          <a:prstGeom prst="ellipse">
            <a:avLst/>
          </a:prstGeom>
          <a:solidFill>
            <a:schemeClr val="tx1"/>
          </a:solidFill>
          <a:ln>
            <a:solidFill>
              <a:srgbClr val="D490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097C9D-C659-4810-2CC5-7603B91AA416}"/>
              </a:ext>
            </a:extLst>
          </p:cNvPr>
          <p:cNvSpPr/>
          <p:nvPr/>
        </p:nvSpPr>
        <p:spPr>
          <a:xfrm>
            <a:off x="5110036" y="4366263"/>
            <a:ext cx="176736" cy="176736"/>
          </a:xfrm>
          <a:prstGeom prst="ellipse">
            <a:avLst/>
          </a:prstGeom>
          <a:solidFill>
            <a:srgbClr val="D4904A"/>
          </a:solidFill>
          <a:ln>
            <a:solidFill>
              <a:srgbClr val="D490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3433E03-EA80-C34C-B8EE-A5760D1D6DC4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142960" y="2156976"/>
            <a:ext cx="320040" cy="236752"/>
          </a:xfrm>
          <a:prstGeom prst="bentConnector2">
            <a:avLst/>
          </a:prstGeom>
          <a:ln>
            <a:solidFill>
              <a:srgbClr val="1A9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6FBA4BD-80A9-A41D-51E6-0153D868E26A}"/>
              </a:ext>
            </a:extLst>
          </p:cNvPr>
          <p:cNvCxnSpPr>
            <a:cxnSpLocks/>
          </p:cNvCxnSpPr>
          <p:nvPr/>
        </p:nvCxnSpPr>
        <p:spPr>
          <a:xfrm rot="5400000" flipV="1">
            <a:off x="4723424" y="2156976"/>
            <a:ext cx="320040" cy="236752"/>
          </a:xfrm>
          <a:prstGeom prst="bentConnector2">
            <a:avLst/>
          </a:prstGeom>
          <a:ln w="15875" cap="rnd">
            <a:solidFill>
              <a:srgbClr val="1A9E8A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7BA4B70F-52D5-CC9E-6793-23E9EB0FB22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66560" y="3485519"/>
            <a:ext cx="320040" cy="236752"/>
          </a:xfrm>
          <a:prstGeom prst="bentConnector2">
            <a:avLst/>
          </a:prstGeom>
          <a:ln>
            <a:solidFill>
              <a:srgbClr val="1A9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9AB89AC-F3B1-326F-0A2F-2FBBE555D95E}"/>
              </a:ext>
            </a:extLst>
          </p:cNvPr>
          <p:cNvGrpSpPr/>
          <p:nvPr/>
        </p:nvGrpSpPr>
        <p:grpSpPr>
          <a:xfrm>
            <a:off x="6119776" y="2356124"/>
            <a:ext cx="368874" cy="368874"/>
            <a:chOff x="4507926" y="2355399"/>
            <a:chExt cx="368874" cy="368874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8D8A0C-D51F-C6AB-8824-5016AAEBA484}"/>
                </a:ext>
              </a:extLst>
            </p:cNvPr>
            <p:cNvCxnSpPr>
              <a:cxnSpLocks/>
            </p:cNvCxnSpPr>
            <p:nvPr/>
          </p:nvCxnSpPr>
          <p:spPr>
            <a:xfrm>
              <a:off x="4507926" y="2539836"/>
              <a:ext cx="368874" cy="0"/>
            </a:xfrm>
            <a:prstGeom prst="line">
              <a:avLst/>
            </a:prstGeom>
            <a:ln>
              <a:solidFill>
                <a:srgbClr val="1A9E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796FF32-6656-2BDF-3019-8E64F1186A9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516529" y="2539836"/>
              <a:ext cx="368874" cy="0"/>
            </a:xfrm>
            <a:prstGeom prst="line">
              <a:avLst/>
            </a:prstGeom>
            <a:ln>
              <a:solidFill>
                <a:srgbClr val="1A9E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600CBD-65D0-4DC1-1A8F-F32FF6F052F4}"/>
              </a:ext>
            </a:extLst>
          </p:cNvPr>
          <p:cNvCxnSpPr>
            <a:cxnSpLocks/>
            <a:stCxn id="38" idx="1"/>
          </p:cNvCxnSpPr>
          <p:nvPr/>
        </p:nvCxnSpPr>
        <p:spPr>
          <a:xfrm>
            <a:off x="4786849" y="3445003"/>
            <a:ext cx="411555" cy="0"/>
          </a:xfrm>
          <a:prstGeom prst="line">
            <a:avLst/>
          </a:prstGeom>
          <a:ln>
            <a:solidFill>
              <a:srgbClr val="1A9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C121A1D-5595-FAC6-7026-75D57569E020}"/>
              </a:ext>
            </a:extLst>
          </p:cNvPr>
          <p:cNvSpPr txBox="1"/>
          <p:nvPr/>
        </p:nvSpPr>
        <p:spPr>
          <a:xfrm>
            <a:off x="7323088" y="3778312"/>
            <a:ext cx="1059704" cy="306467"/>
          </a:xfrm>
          <a:prstGeom prst="round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D4904A"/>
                </a:solidFill>
                <a:latin typeface="Comfortaa" pitchFamily="2" charset="0"/>
              </a:rPr>
              <a:t>FREEDOM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B22C92-1DA4-7518-F43F-00EBCD16709E}"/>
              </a:ext>
            </a:extLst>
          </p:cNvPr>
          <p:cNvSpPr txBox="1"/>
          <p:nvPr/>
        </p:nvSpPr>
        <p:spPr>
          <a:xfrm>
            <a:off x="4124325" y="1806329"/>
            <a:ext cx="1281486" cy="306467"/>
          </a:xfrm>
          <a:prstGeom prst="round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D4904A"/>
                </a:solidFill>
                <a:latin typeface="Comfortaa" pitchFamily="2" charset="0"/>
              </a:rPr>
              <a:t>PORTABILITY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4A673B-8B1C-14BF-5425-4D2F96953BB9}"/>
              </a:ext>
            </a:extLst>
          </p:cNvPr>
          <p:cNvSpPr txBox="1"/>
          <p:nvPr/>
        </p:nvSpPr>
        <p:spPr>
          <a:xfrm>
            <a:off x="7179482" y="1464863"/>
            <a:ext cx="1292303" cy="306467"/>
          </a:xfrm>
          <a:prstGeom prst="round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D4904A"/>
                </a:solidFill>
                <a:latin typeface="Comfortaa" pitchFamily="2" charset="0"/>
              </a:rPr>
              <a:t>MODULARITY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3981EF-1287-A0BA-D33C-703112B85F59}"/>
              </a:ext>
            </a:extLst>
          </p:cNvPr>
          <p:cNvSpPr txBox="1"/>
          <p:nvPr/>
        </p:nvSpPr>
        <p:spPr>
          <a:xfrm rot="2883653">
            <a:off x="5523085" y="3996924"/>
            <a:ext cx="1193380" cy="306467"/>
          </a:xfrm>
          <a:prstGeom prst="round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D4904A"/>
                </a:solidFill>
                <a:latin typeface="Comfortaa" pitchFamily="2" charset="0"/>
              </a:rPr>
              <a:t>EFFICIENCY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637F22-8C41-BCA2-BA96-83FB7C0F192B}"/>
              </a:ext>
            </a:extLst>
          </p:cNvPr>
          <p:cNvSpPr txBox="1"/>
          <p:nvPr/>
        </p:nvSpPr>
        <p:spPr>
          <a:xfrm rot="2893296">
            <a:off x="5312248" y="2702160"/>
            <a:ext cx="1573718" cy="306467"/>
          </a:xfrm>
          <a:prstGeom prst="round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D4904A"/>
                </a:solidFill>
                <a:latin typeface="Comfortaa" pitchFamily="2" charset="0"/>
              </a:rPr>
              <a:t>COMPATABILITY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C52299-4B33-C275-1B39-6DB716E52277}"/>
              </a:ext>
            </a:extLst>
          </p:cNvPr>
          <p:cNvSpPr txBox="1"/>
          <p:nvPr/>
        </p:nvSpPr>
        <p:spPr>
          <a:xfrm>
            <a:off x="3649072" y="5251107"/>
            <a:ext cx="4893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Comfortaa" pitchFamily="2" charset="0"/>
              </a:rPr>
              <a:t>N</a:t>
            </a:r>
            <a:r>
              <a:rPr lang="en-GB" sz="6000" dirty="0">
                <a:solidFill>
                  <a:schemeClr val="bg1"/>
                </a:solidFill>
                <a:latin typeface="Comfortaa" pitchFamily="2" charset="0"/>
              </a:rPr>
              <a:t>ex</a:t>
            </a:r>
            <a:r>
              <a:rPr lang="en-GB" sz="6000" b="1" dirty="0">
                <a:solidFill>
                  <a:schemeClr val="bg1"/>
                </a:solidFill>
                <a:latin typeface="Comfortaa" pitchFamily="2" charset="0"/>
              </a:rPr>
              <a:t>OS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AE0D734-0CAE-A5F3-6949-F3FB0C8299F2}"/>
              </a:ext>
            </a:extLst>
          </p:cNvPr>
          <p:cNvGrpSpPr/>
          <p:nvPr/>
        </p:nvGrpSpPr>
        <p:grpSpPr>
          <a:xfrm>
            <a:off x="4591133" y="3255507"/>
            <a:ext cx="195716" cy="285790"/>
            <a:chOff x="4396066" y="3011083"/>
            <a:chExt cx="383622" cy="652717"/>
          </a:xfrm>
          <a:noFill/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197121A-4798-930C-3B76-3A767E9A0DC1}"/>
                </a:ext>
              </a:extLst>
            </p:cNvPr>
            <p:cNvSpPr/>
            <p:nvPr/>
          </p:nvSpPr>
          <p:spPr>
            <a:xfrm rot="10800000">
              <a:off x="4396066" y="3223950"/>
              <a:ext cx="383622" cy="439850"/>
            </a:xfrm>
            <a:prstGeom prst="roundRect">
              <a:avLst/>
            </a:prstGeom>
            <a:grpFill/>
            <a:ln>
              <a:solidFill>
                <a:srgbClr val="1A9E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Block Arc 56">
              <a:extLst>
                <a:ext uri="{FF2B5EF4-FFF2-40B4-BE49-F238E27FC236}">
                  <a16:creationId xmlns:a16="http://schemas.microsoft.com/office/drawing/2014/main" id="{22154916-1492-2A09-AEBA-2689B9DD855B}"/>
                </a:ext>
              </a:extLst>
            </p:cNvPr>
            <p:cNvSpPr/>
            <p:nvPr/>
          </p:nvSpPr>
          <p:spPr>
            <a:xfrm>
              <a:off x="4439598" y="3011083"/>
              <a:ext cx="295906" cy="425731"/>
            </a:xfrm>
            <a:prstGeom prst="blockArc">
              <a:avLst>
                <a:gd name="adj1" fmla="val 10800000"/>
                <a:gd name="adj2" fmla="val 21543898"/>
                <a:gd name="adj3" fmla="val 18182"/>
              </a:avLst>
            </a:prstGeom>
            <a:grpFill/>
            <a:ln>
              <a:solidFill>
                <a:srgbClr val="1A9E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8" name="Flowchart: Terminator 57">
              <a:extLst>
                <a:ext uri="{FF2B5EF4-FFF2-40B4-BE49-F238E27FC236}">
                  <a16:creationId xmlns:a16="http://schemas.microsoft.com/office/drawing/2014/main" id="{4677B7C3-9B7C-4F75-B858-D63FFFA0240E}"/>
                </a:ext>
              </a:extLst>
            </p:cNvPr>
            <p:cNvSpPr/>
            <p:nvPr/>
          </p:nvSpPr>
          <p:spPr>
            <a:xfrm rot="5400000">
              <a:off x="4501503" y="3385563"/>
              <a:ext cx="172748" cy="102505"/>
            </a:xfrm>
            <a:prstGeom prst="flowChartTerminator">
              <a:avLst/>
            </a:prstGeom>
            <a:grpFill/>
            <a:ln>
              <a:solidFill>
                <a:srgbClr val="1A9E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2A6C755-2FE9-2BBC-F05D-68939826DB95}"/>
              </a:ext>
            </a:extLst>
          </p:cNvPr>
          <p:cNvSpPr/>
          <p:nvPr/>
        </p:nvSpPr>
        <p:spPr>
          <a:xfrm rot="10800000" flipH="1" flipV="1">
            <a:off x="7288819" y="1858700"/>
            <a:ext cx="265073" cy="249403"/>
          </a:xfrm>
          <a:prstGeom prst="roundRect">
            <a:avLst>
              <a:gd name="adj" fmla="val 21071"/>
            </a:avLst>
          </a:prstGeom>
          <a:noFill/>
          <a:ln>
            <a:solidFill>
              <a:srgbClr val="1A9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8D8E81-FCB7-46D1-BBFC-18BD21089B0E}"/>
              </a:ext>
            </a:extLst>
          </p:cNvPr>
          <p:cNvSpPr txBox="1"/>
          <p:nvPr/>
        </p:nvSpPr>
        <p:spPr>
          <a:xfrm>
            <a:off x="3974600" y="3586411"/>
            <a:ext cx="957209" cy="306467"/>
          </a:xfrm>
          <a:prstGeom prst="roundRect">
            <a:avLst/>
          </a:prstGeom>
          <a:solidFill>
            <a:schemeClr val="tx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D4904A"/>
                </a:solidFill>
                <a:latin typeface="Comfortaa" pitchFamily="2" charset="0"/>
              </a:rPr>
              <a:t>PRIVACY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F40B4A6-CD05-3D75-D502-2F4AFE18EC4F}"/>
              </a:ext>
            </a:extLst>
          </p:cNvPr>
          <p:cNvCxnSpPr>
            <a:cxnSpLocks/>
          </p:cNvCxnSpPr>
          <p:nvPr/>
        </p:nvCxnSpPr>
        <p:spPr>
          <a:xfrm flipV="1">
            <a:off x="7186128" y="4217879"/>
            <a:ext cx="320040" cy="236752"/>
          </a:xfrm>
          <a:prstGeom prst="bentConnector2">
            <a:avLst/>
          </a:prstGeom>
          <a:ln w="15875">
            <a:solidFill>
              <a:srgbClr val="1A9E8A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52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E3DB7DEA-4807-B25E-1764-D96252C04E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6000"/>
                </a:schemeClr>
              </a:gs>
              <a:gs pos="53000">
                <a:srgbClr val="7030A0">
                  <a:alpha val="33000"/>
                </a:srgbClr>
              </a:gs>
              <a:gs pos="100000">
                <a:srgbClr val="002060">
                  <a:alpha val="68000"/>
                </a:srgb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D7A7660-04FB-2854-A2F8-A287168EEAD8}"/>
              </a:ext>
            </a:extLst>
          </p:cNvPr>
          <p:cNvGrpSpPr/>
          <p:nvPr/>
        </p:nvGrpSpPr>
        <p:grpSpPr>
          <a:xfrm>
            <a:off x="5198405" y="2439018"/>
            <a:ext cx="1799303" cy="2015613"/>
            <a:chOff x="5097291" y="2439018"/>
            <a:chExt cx="1799303" cy="201561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B8C8D52-AB8D-A480-697E-102CA452CA6E}"/>
                </a:ext>
              </a:extLst>
            </p:cNvPr>
            <p:cNvCxnSpPr/>
            <p:nvPr/>
          </p:nvCxnSpPr>
          <p:spPr>
            <a:xfrm flipV="1">
              <a:off x="5097291" y="2439018"/>
              <a:ext cx="0" cy="2015613"/>
            </a:xfrm>
            <a:prstGeom prst="line">
              <a:avLst/>
            </a:prstGeom>
            <a:ln w="63500" cap="rnd">
              <a:solidFill>
                <a:srgbClr val="2EC4A8"/>
              </a:solidFill>
            </a:ln>
            <a:effectLst>
              <a:glow rad="355600">
                <a:srgbClr val="2EC4A8">
                  <a:alpha val="40000"/>
                </a:srgb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A846087-DF08-02D6-13CF-75D848D30D66}"/>
                </a:ext>
              </a:extLst>
            </p:cNvPr>
            <p:cNvCxnSpPr/>
            <p:nvPr/>
          </p:nvCxnSpPr>
          <p:spPr>
            <a:xfrm flipV="1">
              <a:off x="6896594" y="2439018"/>
              <a:ext cx="0" cy="2015613"/>
            </a:xfrm>
            <a:prstGeom prst="line">
              <a:avLst/>
            </a:prstGeom>
            <a:ln w="63500" cap="rnd">
              <a:solidFill>
                <a:srgbClr val="2EC4A8"/>
              </a:solidFill>
            </a:ln>
            <a:effectLst>
              <a:glow rad="355600">
                <a:srgbClr val="2EC4A8">
                  <a:alpha val="40000"/>
                </a:srgb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18F347-A78D-F0E7-2B0C-2C37369FE3F3}"/>
                </a:ext>
              </a:extLst>
            </p:cNvPr>
            <p:cNvCxnSpPr/>
            <p:nvPr/>
          </p:nvCxnSpPr>
          <p:spPr>
            <a:xfrm>
              <a:off x="5097291" y="2439018"/>
              <a:ext cx="1799303" cy="2015613"/>
            </a:xfrm>
            <a:prstGeom prst="line">
              <a:avLst/>
            </a:prstGeom>
            <a:ln w="63500" cap="rnd">
              <a:solidFill>
                <a:srgbClr val="2EC4A8"/>
              </a:solidFill>
            </a:ln>
            <a:effectLst>
              <a:glow rad="355600">
                <a:srgbClr val="2EC4A8">
                  <a:alpha val="40000"/>
                </a:srgb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7FC52299-4B33-C275-1B39-6DB716E52277}"/>
              </a:ext>
            </a:extLst>
          </p:cNvPr>
          <p:cNvSpPr txBox="1"/>
          <p:nvPr/>
        </p:nvSpPr>
        <p:spPr>
          <a:xfrm>
            <a:off x="3649072" y="5251107"/>
            <a:ext cx="4893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Comfortaa" pitchFamily="2" charset="0"/>
              </a:rPr>
              <a:t>N</a:t>
            </a:r>
            <a:r>
              <a:rPr lang="en-GB" sz="6000" dirty="0">
                <a:solidFill>
                  <a:schemeClr val="bg1"/>
                </a:solidFill>
                <a:latin typeface="Comfortaa" pitchFamily="2" charset="0"/>
              </a:rPr>
              <a:t>ex</a:t>
            </a:r>
            <a:r>
              <a:rPr lang="en-GB" sz="6000" b="1" dirty="0">
                <a:solidFill>
                  <a:schemeClr val="bg1"/>
                </a:solidFill>
                <a:latin typeface="Comfortaa" pitchFamily="2" charset="0"/>
              </a:rPr>
              <a:t>OS</a:t>
            </a:r>
          </a:p>
        </p:txBody>
      </p:sp>
    </p:spTree>
    <p:extLst>
      <p:ext uri="{BB962C8B-B14F-4D97-AF65-F5344CB8AC3E}">
        <p14:creationId xmlns:p14="http://schemas.microsoft.com/office/powerpoint/2010/main" val="236059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9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Comfortaa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</dc:creator>
  <cp:lastModifiedBy>Dan</cp:lastModifiedBy>
  <cp:revision>19</cp:revision>
  <dcterms:created xsi:type="dcterms:W3CDTF">2026-05-04T19:33:44Z</dcterms:created>
  <dcterms:modified xsi:type="dcterms:W3CDTF">2026-05-04T23:35:53Z</dcterms:modified>
</cp:coreProperties>
</file>